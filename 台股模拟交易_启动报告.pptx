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台股真实规则模拟交易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05050"/>
                </a:solidFill>
              </a:defRPr>
            </a:pPr>
            <a:r>
              <a:t>启动报告 | 2026-03-06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一、基本信息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📅 交易日期：2026-03-06（星期五）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💰 初始资金：TWD 50,000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📊 交易单位：整张交易（1张 = 1000股）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⚠️ 资金约束：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• 不可透支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• 不可融资融券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• 不可借券卖出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• 不可卖空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📋 交易制度：T+2 交割、现股当冲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二、交易日确认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📅 日期：2026年3月6日（星期五）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✅ 状态：交易日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📋 依据：TWSE交易规则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• 周一至周五为正常交易日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• 排除国定假日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💡 本日为周五，为正常交易日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三、费率假设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券商手续费: 0.1425% (买卖都收, 最低20元)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证交税: 0.3% (仅卖出)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总买入成本: 0.1425%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总卖出成本: 0.4425% (手续费+证交税)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假设说明: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• 手续费采用常见折扣率约2.85折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• 证交税为卖出时收取，买入不收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四、可买标的池筛选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2408 矽统: 18.20 TWD/张, 最多2张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3041 扬智: 15.80 TWD/张, 最多3张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2492 华新科: 38.60 TWD/张, 最多1张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⚠️ 重要说明: 以上股价为模拟数据，用于演示交易流程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五、首日候选标的与理由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🎯 优先买入: 2408 矽统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模拟股价: 18.20 TWD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买入张数: 1张 (1000股)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成交金额: 18,200 TWD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手续费: 26 TWD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实际需支付: 18,226 TWD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剩余现金: 31,774 TWD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选择理由: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1. 低股价优势 - 股价低于20元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2. IC设计族群 - 具题材性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3. 产业趋势 - 半导体复苏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4. 流动性充足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5. 风险控制 - 保留62%现金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六、交易策略说明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策略类型: 事件驱动 + 产业趋势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选择有实质基本面支撑的标的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分批建仓，保留足够现金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风险控制规则: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1. 单笔不超过总资金40%（20,000元）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2. 保留至少50%现金（25,000 TWD）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3. 设定止损点：-10%考虑止损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4. 每日收盘检视持仓，不追涨杀跌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明日计划: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观察候选标的走势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如触发买入条件，执行首笔交易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七、执行决策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📋 2026-03-06 首笔交易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日期: 2026-03-06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股票代码: 2408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股票名称: 矽统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动作: 买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成交价: 18.20 TWD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股数: 1000股 (1张)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成交金额: 18,200 TWD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手续费: 26 TWD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实际支付: 18,226 TWD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剩余现金: 31,774 TWD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✅ 启动报告完成 | 下一步: 记录交易台账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