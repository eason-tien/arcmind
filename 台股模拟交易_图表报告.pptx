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收益率(%)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第1周</c:v>
                </c:pt>
                <c:pt idx="1">
                  <c:v>第2周</c:v>
                </c:pt>
                <c:pt idx="2">
                  <c:v>第3周</c:v>
                </c:pt>
                <c:pt idx="3">
                  <c:v>第4周</c:v>
                </c:pt>
                <c:pt idx="4">
                  <c:v>本周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2.1</c:v>
                </c:pt>
                <c:pt idx="1">
                  <c:v>3.5</c:v>
                </c:pt>
                <c:pt idx="2">
                  <c:v>1.8</c:v>
                </c:pt>
                <c:pt idx="3">
                  <c:v>4.2</c:v>
                </c:pt>
                <c:pt idx="4">
                  <c:v>5.8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收益率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持仓比例(%)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矽统(2408)</c:v>
                </c:pt>
                <c:pt idx="1">
                  <c:v>扬智(3041)</c:v>
                </c:pt>
                <c:pt idx="2">
                  <c:v>华新科(2492)</c:v>
                </c:pt>
                <c:pt idx="3">
                  <c:v>现金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配置比例(%)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半导体</c:v>
                </c:pt>
                <c:pt idx="1">
                  <c:v>电子元件</c:v>
                </c:pt>
                <c:pt idx="2">
                  <c:v>通信</c:v>
                </c:pt>
                <c:pt idx="3">
                  <c:v>软件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配置比例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台股模拟交易报告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66CC"/>
                </a:solidFill>
              </a:defRPr>
            </a:pPr>
            <a:r>
              <a:t>2026年3月 · 周度分析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📈 账户收益率走势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097280"/>
          <a:ext cx="10515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📊 当前持仓分布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0" y="109728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📋 交易统计概览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8001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总交易次数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盈利次数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胜率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最大回撤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-2.1%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总收益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+5.8%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夏普比率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t>1.42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🏭 行业配置分析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10058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⚠️ 风险控制指标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波动率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18872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66CC"/>
                </a:solidFill>
              </a:defRPr>
            </a:pPr>
            <a:r>
              <a:t>12.5%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1887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低风险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Beta系数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66CC"/>
                </a:solidFill>
              </a:defRPr>
            </a:pPr>
            <a:r>
              <a:t>0.85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2860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低于大盘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最大单日亏损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3832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66CC"/>
                </a:solidFill>
              </a:defRPr>
            </a:pPr>
            <a:r>
              <a:t>-1.8%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3832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可控范围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59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持仓集中度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480559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66CC"/>
                </a:solidFill>
              </a:defRPr>
            </a:pPr>
            <a: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480559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6464"/>
                </a:solidFill>
              </a:defRPr>
            </a:pPr>
            <a:r>
              <a:t>分散投资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🎯 下周交易计划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1. 关注半导体产业财报季，寻找业绩超预期标的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2. 若矽统(2408)涨幅超过5%，考虑部分获利了结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3. 逢低布局AI算力概念股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4. 维持现金比例在15%以上，应对波动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📌 总结与建议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本周表现：</a:t>
            </a:r>
          </a:p>
          <a:p>
            <a:pPr>
              <a:spcAft>
                <a:spcPts val="1000"/>
              </a:spcAft>
              <a:defRPr sz="2000"/>
            </a:pPr>
            <a:r>
              <a:t>• 账户收益率 +5.8%，跑赢大盘</a:t>
            </a:r>
          </a:p>
          <a:p>
            <a:pPr>
              <a:spcAft>
                <a:spcPts val="1000"/>
              </a:spcAft>
              <a:defRPr sz="2000"/>
            </a:pPr>
            <a:r>
              <a:t>• 胜率 66.7%，交易纪律执行良好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核心策略：</a:t>
            </a:r>
          </a:p>
          <a:p>
            <a:pPr>
              <a:spcAft>
                <a:spcPts val="1000"/>
              </a:spcAft>
              <a:defRPr sz="2000"/>
            </a:pPr>
            <a:r>
              <a:t>• 事件驱动 + 产业趋势双轮驱动</a:t>
            </a:r>
          </a:p>
          <a:p>
            <a:pPr>
              <a:spcAft>
                <a:spcPts val="1000"/>
              </a:spcAft>
              <a:defRPr sz="2000"/>
            </a:pPr>
            <a:r>
              <a:t>• 严格风险控制，控制回撤在2%以内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下周展望：</a:t>
            </a:r>
          </a:p>
          <a:p>
            <a:pPr>
              <a:spcAft>
                <a:spcPts val="1000"/>
              </a:spcAft>
              <a:defRPr sz="2000"/>
            </a:pPr>
            <a:r>
              <a:t>• 继续保持稳健操作，等待更好的买入时机</a:t>
            </a:r>
          </a:p>
          <a:p>
            <a:pPr>
              <a:spcAft>
                <a:spcPts val="1000"/>
              </a:spcAft>
              <a:defRPr sz="2000"/>
            </a:pPr>
            <a:r>
              <a:t>• 关注财报季带来的超额收益机会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