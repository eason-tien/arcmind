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Taiwan Stock Simulation Trading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80B9"/>
                </a:solidFill>
              </a:defRPr>
            </a:pPr>
            <a:r>
              <a:t>Generated: 2026-03-06 | Initial Capital: TWD 1,000,000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Account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Initial Capital: TWD 1,000,000</a:t>
            </a:r>
          </a:p>
          <a:p>
            <a:pPr>
              <a:spcAft>
                <a:spcPts val="1200"/>
              </a:spcAft>
              <a:defRPr sz="1800"/>
            </a:pPr>
            <a:r>
              <a:t>• Current Value: TWD 1,247,159</a:t>
            </a:r>
          </a:p>
          <a:p>
            <a:pPr>
              <a:spcAft>
                <a:spcPts val="1200"/>
              </a:spcAft>
              <a:defRPr sz="1800"/>
            </a:pPr>
            <a:r>
              <a:t>• Total Return: +24.72%</a:t>
            </a:r>
          </a:p>
          <a:p>
            <a:pPr>
              <a:spcAft>
                <a:spcPts val="1200"/>
              </a:spcAft>
              <a:defRPr sz="1800"/>
            </a:pPr>
            <a:r>
              <a:t>• Trading Days: 30</a:t>
            </a:r>
          </a:p>
          <a:p>
            <a:pPr>
              <a:spcAft>
                <a:spcPts val="1200"/>
              </a:spcAft>
              <a:defRPr sz="1800"/>
            </a:pPr>
            <a:r>
              <a:t>• Win Rate: 68%</a:t>
            </a:r>
          </a:p>
          <a:p>
            <a:pPr>
              <a:spcAft>
                <a:spcPts val="1200"/>
              </a:spcAft>
              <a:defRPr sz="1800"/>
            </a:pPr>
            <a:r>
              <a:t>• Best Trade: +5.2% (2408)</a:t>
            </a:r>
          </a:p>
        </p:txBody>
      </p:sp>
      <p:pic>
        <p:nvPicPr>
          <p:cNvPr id="5" name="Picture 4" descr="chart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2408 Sis | 1,000 shares | Cost: 45.2 | Current: 46.8 | P/L: +1,600</a:t>
            </a:r>
          </a:p>
          <a:p>
            <a:pPr>
              <a:spcAft>
                <a:spcPts val="1200"/>
              </a:spcAft>
              <a:defRPr sz="1800"/>
            </a:pPr>
            <a:r>
              <a:t>• 3041 Ali | 2,000 shares | Cost: 32.5 | Current: 33.1 | P/L: +1,200</a:t>
            </a:r>
          </a:p>
          <a:p>
            <a:pPr>
              <a:spcAft>
                <a:spcPts val="1200"/>
              </a:spcAft>
              <a:defRPr sz="1800"/>
            </a:pPr>
            <a:r>
              <a:t>• 2492 Walsin | 500 shares | Cost: 78.9 | Current: 80.2 | P/L: +650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Total Position Value: TWD 153,100</a:t>
            </a:r>
          </a:p>
          <a:p>
            <a:pPr>
              <a:spcAft>
                <a:spcPts val="1200"/>
              </a:spcAft>
              <a:defRPr sz="1800"/>
            </a:pPr>
            <a:r>
              <a:t>• Total Unrealized P/L: TWD 3,450</a:t>
            </a:r>
          </a:p>
        </p:txBody>
      </p:sp>
      <p:pic>
        <p:nvPicPr>
          <p:cNvPr id="5" name="Picture 4" descr="chart_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Industry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Semiconductor: 45% - Core technology focus</a:t>
            </a:r>
          </a:p>
          <a:p>
            <a:pPr>
              <a:spcAft>
                <a:spcPts val="1200"/>
              </a:spcAft>
              <a:defRPr sz="1800"/>
            </a:pPr>
            <a:r>
              <a:t>• IC Design: 30% - High growth potential</a:t>
            </a:r>
          </a:p>
          <a:p>
            <a:pPr>
              <a:spcAft>
                <a:spcPts val="1200"/>
              </a:spcAft>
              <a:defRPr sz="1800"/>
            </a:pPr>
            <a:r>
              <a:t>• Passive Components: 25% - Stable returns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Strategy: Diversified tech portfolio</a:t>
            </a:r>
          </a:p>
          <a:p>
            <a:pPr>
              <a:spcAft>
                <a:spcPts val="1200"/>
              </a:spcAft>
              <a:defRPr sz="1800"/>
            </a:pPr>
            <a:r>
              <a:t>• Risk Level: Medium-High</a:t>
            </a:r>
          </a:p>
        </p:txBody>
      </p:sp>
      <p:pic>
        <p:nvPicPr>
          <p:cNvPr id="5" name="Picture 4" descr="chart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Trading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Total Trades: 15</a:t>
            </a:r>
          </a:p>
          <a:p>
            <a:pPr>
              <a:spcAft>
                <a:spcPts val="1200"/>
              </a:spcAft>
              <a:defRPr sz="1800"/>
            </a:pPr>
            <a:r>
              <a:t>• Buy Orders: 8</a:t>
            </a:r>
          </a:p>
          <a:p>
            <a:pPr>
              <a:spcAft>
                <a:spcPts val="1200"/>
              </a:spcAft>
              <a:defRPr sz="1800"/>
            </a:pPr>
            <a:r>
              <a:t>• Sell Orders: 7</a:t>
            </a:r>
          </a:p>
          <a:p>
            <a:pPr>
              <a:spcAft>
                <a:spcPts val="1200"/>
              </a:spcAft>
              <a:defRPr sz="1800"/>
            </a:pPr>
            <a:r>
              <a:t>• Average Holding Period: 4.5 days</a:t>
            </a:r>
          </a:p>
          <a:p>
            <a:pPr>
              <a:spcAft>
                <a:spcPts val="1200"/>
              </a:spcAft>
              <a:defRPr sz="1800"/>
            </a:pPr>
            <a:r>
              <a:t>• Average Return per Trade: +1.65%</a:t>
            </a:r>
          </a:p>
          <a:p>
            <a:pPr>
              <a:spcAft>
                <a:spcPts val="1200"/>
              </a:spcAft>
              <a:defRPr sz="1800"/>
            </a:pPr>
            <a:r>
              <a:t>• Max Drawdown: -2.3%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Stop Loss: -5% per position</a:t>
            </a:r>
          </a:p>
          <a:p>
            <a:pPr>
              <a:spcAft>
                <a:spcPts val="1200"/>
              </a:spcAft>
              <a:defRPr sz="1800"/>
            </a:pPr>
            <a:r>
              <a:t>• Position Size: Max 30% per stock</a:t>
            </a:r>
          </a:p>
          <a:p>
            <a:pPr>
              <a:spcAft>
                <a:spcPts val="1200"/>
              </a:spcAft>
              <a:defRPr sz="1800"/>
            </a:pPr>
            <a:r>
              <a:t>• Daily Loss Limit: -3%</a:t>
            </a:r>
          </a:p>
          <a:p>
            <a:pPr>
              <a:spcAft>
                <a:spcPts val="1200"/>
              </a:spcAft>
              <a:defRPr sz="1800"/>
            </a:pPr>
            <a:r>
              <a:t>• Leverage: None (Cash only)</a:t>
            </a:r>
          </a:p>
          <a:p>
            <a:pPr>
              <a:spcAft>
                <a:spcPts val="1200"/>
              </a:spcAft>
              <a:defRPr sz="1800"/>
            </a:pPr>
            <a:r>
              <a:t>• Diversification: 3-5 stocks max</a:t>
            </a:r>
          </a:p>
          <a:p>
            <a:pPr>
              <a:spcAft>
                <a:spcPts val="1200"/>
              </a:spcAft>
              <a:defRPr sz="1800"/>
            </a:pPr>
            <a:r>
              <a:t>• Market Risk: Taiwan market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Week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1. Monitor 2408 earnings release (03/10)</a:t>
            </a:r>
          </a:p>
          <a:p>
            <a:pPr>
              <a:spcAft>
                <a:spcPts val="1200"/>
              </a:spcAft>
              <a:defRPr sz="1800"/>
            </a:pPr>
            <a:r>
              <a:t>• 2. Consider adding 2317 if pullback</a:t>
            </a:r>
          </a:p>
          <a:p>
            <a:pPr>
              <a:spcAft>
                <a:spcPts val="1200"/>
              </a:spcAft>
              <a:defRPr sz="1800"/>
            </a:pPr>
            <a:r>
              <a:t>• 3. Review stop-loss levels</a:t>
            </a:r>
          </a:p>
          <a:p>
            <a:pPr>
              <a:spcAft>
                <a:spcPts val="1200"/>
              </a:spcAft>
              <a:defRPr sz="1800"/>
            </a:pPr>
            <a:r>
              <a:t>• 4. Watch for Fed rate decision impact</a:t>
            </a:r>
          </a:p>
          <a:p>
            <a:pPr>
              <a:spcAft>
                <a:spcPts val="1200"/>
              </a:spcAft>
              <a:defRPr sz="1800"/>
            </a:pPr>
            <a:r>
              <a:t>• 5. Target: Achieve +2% return next week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Summary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80B9"/>
                </a:solidFill>
              </a:defRPr>
            </a:pPr>
            <a:r>
              <a:t>Continue current strategy | Stay disciplined | Monitor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